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c1f23a100c4830" /><Relationship Type="http://schemas.openxmlformats.org/officeDocument/2006/relationships/extended-properties" Target="/docProps/app.xml" Id="R7d500166b1324afc" /><Relationship Type="http://schemas.openxmlformats.org/officeDocument/2006/relationships/officeDocument" Target="/ppt/presentation.xml" Id="R26ee877be32d4e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4521159b5b4496"/>
  </p:sldMasterIdLst>
  <p:notesMasterIdLst>
    <p:notesMasterId xmlns:r="http://schemas.openxmlformats.org/officeDocument/2006/relationships" r:id="Rcc3dadee4ff04fa2"/>
  </p:notesMasterIdLst>
  <p:sldIdLst>
    <p:sldId xmlns:r="http://schemas.openxmlformats.org/officeDocument/2006/relationships" id="256" r:id="R59a74570f3dc4358"/>
    <p:sldId xmlns:r="http://schemas.openxmlformats.org/officeDocument/2006/relationships" id="257" r:id="R31555ce14f2541ea"/>
    <p:sldId xmlns:r="http://schemas.openxmlformats.org/officeDocument/2006/relationships" id="258" r:id="R4166b383a61f4162"/>
    <p:sldId xmlns:r="http://schemas.openxmlformats.org/officeDocument/2006/relationships" id="259" r:id="Rf0a5ae0a49004926"/>
    <p:sldId xmlns:r="http://schemas.openxmlformats.org/officeDocument/2006/relationships" id="260" r:id="R23e960717a734794"/>
    <p:sldId xmlns:r="http://schemas.openxmlformats.org/officeDocument/2006/relationships" id="261" r:id="R2e6da20bccb54ed6"/>
    <p:sldId xmlns:r="http://schemas.openxmlformats.org/officeDocument/2006/relationships" id="262" r:id="R581fbf733d6f4bb6"/>
    <p:sldId xmlns:r="http://schemas.openxmlformats.org/officeDocument/2006/relationships" id="263" r:id="Rd664c33103154088"/>
    <p:sldId xmlns:r="http://schemas.openxmlformats.org/officeDocument/2006/relationships" id="264" r:id="R1bacd5d621cf4b72"/>
    <p:sldId xmlns:r="http://schemas.openxmlformats.org/officeDocument/2006/relationships" id="265" r:id="Re9553059664f4d72"/>
    <p:sldId xmlns:r="http://schemas.openxmlformats.org/officeDocument/2006/relationships" id="266" r:id="R7cf8121bc5e047f6"/>
    <p:sldId xmlns:r="http://schemas.openxmlformats.org/officeDocument/2006/relationships" id="267" r:id="Rfed8163bc7f24d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521159b5b4496" /><Relationship Type="http://schemas.openxmlformats.org/officeDocument/2006/relationships/theme" Target="/ppt/theme/theme1.xml" Id="R8edc6fff7f274bbf" /><Relationship Type="http://schemas.openxmlformats.org/officeDocument/2006/relationships/notesMaster" Target="/ppt/notesMasters/notesMaster1.xml" Id="Rcc3dadee4ff04fa2" /><Relationship Type="http://schemas.openxmlformats.org/officeDocument/2006/relationships/presProps" Target="/ppt/presProps.xml" Id="R9b23d1c0d7994244" /><Relationship Type="http://schemas.openxmlformats.org/officeDocument/2006/relationships/viewProps" Target="/ppt/viewProps.xml" Id="R5e2560ac8d164526" /><Relationship Type="http://schemas.openxmlformats.org/officeDocument/2006/relationships/tableStyles" Target="/ppt/tableStyles.xml" Id="R6209c3dd4ea2435e" /><Relationship Type="http://schemas.openxmlformats.org/officeDocument/2006/relationships/slide" Target="/ppt/slides/slide1.xml" Id="R59a74570f3dc4358" /><Relationship Type="http://schemas.openxmlformats.org/officeDocument/2006/relationships/slide" Target="/ppt/slides/slide2.xml" Id="R31555ce14f2541ea" /><Relationship Type="http://schemas.openxmlformats.org/officeDocument/2006/relationships/slide" Target="/ppt/slides/slide3.xml" Id="R4166b383a61f4162" /><Relationship Type="http://schemas.openxmlformats.org/officeDocument/2006/relationships/slide" Target="/ppt/slides/slide4.xml" Id="Rf0a5ae0a49004926" /><Relationship Type="http://schemas.openxmlformats.org/officeDocument/2006/relationships/slide" Target="/ppt/slides/slide5.xml" Id="R23e960717a734794" /><Relationship Type="http://schemas.openxmlformats.org/officeDocument/2006/relationships/slide" Target="/ppt/slides/slide6.xml" Id="R2e6da20bccb54ed6" /><Relationship Type="http://schemas.openxmlformats.org/officeDocument/2006/relationships/slide" Target="/ppt/slides/slide7.xml" Id="R581fbf733d6f4bb6" /><Relationship Type="http://schemas.openxmlformats.org/officeDocument/2006/relationships/slide" Target="/ppt/slides/slide8.xml" Id="Rd664c33103154088" /><Relationship Type="http://schemas.openxmlformats.org/officeDocument/2006/relationships/slide" Target="/ppt/slides/slide9.xml" Id="R1bacd5d621cf4b72" /><Relationship Type="http://schemas.openxmlformats.org/officeDocument/2006/relationships/slide" Target="/ppt/slides/slide10.xml" Id="Re9553059664f4d72" /><Relationship Type="http://schemas.openxmlformats.org/officeDocument/2006/relationships/slide" Target="/ppt/slides/slide11.xml" Id="R7cf8121bc5e047f6" /><Relationship Type="http://schemas.openxmlformats.org/officeDocument/2006/relationships/slide" Target="/ppt/slides/slide12.xml" Id="Rfed8163bc7f2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fa48dd298234c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d641f1d8a34095" /><Relationship Type="http://schemas.openxmlformats.org/officeDocument/2006/relationships/notesMaster" Target="/ppt/notesMasters/notesMaster1.xml" Id="R92dc5edd1f2845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26db9555ac4ac4" /><Relationship Type="http://schemas.openxmlformats.org/officeDocument/2006/relationships/notesMaster" Target="/ppt/notesMasters/notesMaster1.xml" Id="Rc4f069149c004b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3148b7ee3648db" /><Relationship Type="http://schemas.openxmlformats.org/officeDocument/2006/relationships/notesMaster" Target="/ppt/notesMasters/notesMaster1.xml" Id="Rb85bff1651684c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ba509d28294b7d" /><Relationship Type="http://schemas.openxmlformats.org/officeDocument/2006/relationships/notesMaster" Target="/ppt/notesMasters/notesMaster1.xml" Id="Ra31af189041548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99955beb29455c" /><Relationship Type="http://schemas.openxmlformats.org/officeDocument/2006/relationships/notesMaster" Target="/ppt/notesMasters/notesMaster1.xml" Id="R024cf51b712c42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2217f42dbdb4f29" /><Relationship Type="http://schemas.openxmlformats.org/officeDocument/2006/relationships/notesMaster" Target="/ppt/notesMasters/notesMaster1.xml" Id="R51658567d84345b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e5fa8707f64e01" /><Relationship Type="http://schemas.openxmlformats.org/officeDocument/2006/relationships/notesMaster" Target="/ppt/notesMasters/notesMaster1.xml" Id="R0592b3aa922c4e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0a1e6f18754200" /><Relationship Type="http://schemas.openxmlformats.org/officeDocument/2006/relationships/notesMaster" Target="/ppt/notesMasters/notesMaster1.xml" Id="R0160a758ef814c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df2d0510764160" /><Relationship Type="http://schemas.openxmlformats.org/officeDocument/2006/relationships/notesMaster" Target="/ppt/notesMasters/notesMaster1.xml" Id="Ra52f4251e98649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5149239bc44d88" /><Relationship Type="http://schemas.openxmlformats.org/officeDocument/2006/relationships/notesMaster" Target="/ppt/notesMasters/notesMaster1.xml" Id="R7de61bd3687d413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5dff7e9aace48cd" /><Relationship Type="http://schemas.openxmlformats.org/officeDocument/2006/relationships/notesMaster" Target="/ppt/notesMasters/notesMaster1.xml" Id="Rf2476829f8434d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e29dceab3eb4f4b" /><Relationship Type="http://schemas.openxmlformats.org/officeDocument/2006/relationships/notesMaster" Target="/ppt/notesMasters/notesMaster1.xml" Id="Rd61862dbffd048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73a0f456014bb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c0fb192f669404b" /><Relationship Type="http://schemas.openxmlformats.org/officeDocument/2006/relationships/slideLayout" Target="/ppt/slideLayouts/slideLayout2.xml" Id="Rd843dd71054f47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43dd71054f47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dfcff3a27346e7" /><Relationship Type="http://schemas.openxmlformats.org/officeDocument/2006/relationships/notesSlide" Target="/ppt/notesSlides/notesSlide1.xml" Id="R4c34f381595d44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cb399237a74bfa" /><Relationship Type="http://schemas.openxmlformats.org/officeDocument/2006/relationships/notesSlide" Target="/ppt/notesSlides/notesSlide2.xml" Id="Rfb4f25b7f08544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32751212af4b4b" /><Relationship Type="http://schemas.openxmlformats.org/officeDocument/2006/relationships/notesSlide" Target="/ppt/notesSlides/notesSlide3.xml" Id="R270ebaf6839848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1d6d30e0704501" /><Relationship Type="http://schemas.openxmlformats.org/officeDocument/2006/relationships/notesSlide" Target="/ppt/notesSlides/notesSlide4.xml" Id="Rea3866ee38f446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c66a008aa44870" /><Relationship Type="http://schemas.openxmlformats.org/officeDocument/2006/relationships/notesSlide" Target="/ppt/notesSlides/notesSlide5.xml" Id="R65bb2966b5b648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42ab2dd58a44d4" /><Relationship Type="http://schemas.openxmlformats.org/officeDocument/2006/relationships/notesSlide" Target="/ppt/notesSlides/notesSlide6.xml" Id="Rfe9ef629f3fc4b1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c28714f72f48ad" /><Relationship Type="http://schemas.openxmlformats.org/officeDocument/2006/relationships/notesSlide" Target="/ppt/notesSlides/notesSlide7.xml" Id="R200ab9969f1249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4142ff60214c2d" /><Relationship Type="http://schemas.openxmlformats.org/officeDocument/2006/relationships/notesSlide" Target="/ppt/notesSlides/notesSlide8.xml" Id="Rfd33c315bd664a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c4f6aad0e842a6" /><Relationship Type="http://schemas.openxmlformats.org/officeDocument/2006/relationships/notesSlide" Target="/ppt/notesSlides/notesSlide9.xml" Id="R90a960def35b45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8a9fe7a73b497d" /><Relationship Type="http://schemas.openxmlformats.org/officeDocument/2006/relationships/notesSlide" Target="/ppt/notesSlides/notesSlide10.xml" Id="Rfbb8ce7cdabb4d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28a7298ab49ca" /><Relationship Type="http://schemas.openxmlformats.org/officeDocument/2006/relationships/notesSlide" Target="/ppt/notesSlides/notesSlide11.xml" Id="R7d4c7e2399954f0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a9c51223944cd6" /><Relationship Type="http://schemas.openxmlformats.org/officeDocument/2006/relationships/notesSlide" Target="/ppt/notesSlides/notesSlide12.xml" Id="R358861257df946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A30B43-4D2A-4B6A-93BF-572D0A67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92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75" b="1">
                <a:solidFill>
                  <a:srgbClr val="92DCE5"/>
                </a:solidFill>
                <a:latin typeface="Hiragino Sans"/>
                <a:ea typeface="Hiragino Sans"/>
                <a:cs typeface="Hiragino Sans"/>
              </a:rPr>
              <a:t>X402 TOKEN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2B861-E785-4D5E-9729-2E7FAF28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572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8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x402 的价值不在“能收 USDC”，而在把 Agent 的 Token 消耗变成可销售、可结算、可审计的商户服务。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B233D-49A7-43C0-A0B1-0BFBAE95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6858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经营决策版 | Agent Commerce 支付与 AI Token 运营服务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F05F9-A211-40A9-A70F-8DCC6858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D3A5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E3EA3-3E12-499C-9D0D-C6BF40C2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2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2DCE5"/>
                </a:solidFill>
                <a:latin typeface="Hiragino Sans"/>
                <a:ea typeface="Hiragino Sans"/>
                <a:cs typeface="Hiragino Sans"/>
              </a:rPr>
              <a:t>市场问题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A04773-9DC7-4B6D-94FB-49C7BA85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Agent 发起小额高频支付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E2251-67BC-443D-B57B-3FE07277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76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D3A5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F353C-0B19-4DF9-B5A3-0B95C0E0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48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2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2DCE5"/>
                </a:solidFill>
                <a:latin typeface="Hiragino Sans"/>
                <a:ea typeface="Hiragino Sans"/>
                <a:cs typeface="Hiragino Sans"/>
              </a:rPr>
              <a:t>核心优势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74842E-ABDF-47A7-99DD-27E8A249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53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Web2 PSP + Web3 稳定币 + AI Token 销售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54D76-3A14-46CF-96FE-FF17F735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D3A5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DFCEE-2E53-4CF5-9A03-031DCB15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482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2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2DCE5"/>
                </a:solidFill>
                <a:latin typeface="Hiragino Sans"/>
                <a:ea typeface="Hiragino Sans"/>
                <a:cs typeface="Hiragino Sans"/>
              </a:rPr>
              <a:t>Demo 目的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4AD98-333C-449F-9D7D-B70B18FD9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5300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证明可销售、可结算、可追溯的商业闭环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1A29A-528A-4556-9F23-9E2F55D5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2781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Netstars-facing commercial narrative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2CCE26-9681-41EB-B958-0EDF1859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74D"/>
          </a:solidFill>
          <a:ln xmlns:a="http://schemas.openxmlformats.org/drawingml/2006/main" w="0">
            <a:solidFill>
              <a:srgbClr val="2C37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5E3BA4-C33E-4A87-BC40-C816C0DA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21AE0A-A522-4D1C-9376-15963919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rPr>
              <a:t>X402 Token Market  |  01</a:t>
            </a:r>
          </a:p>
        </p:txBody>
      </p:sp>
    </p:spTree>
    <p:extLst>
      <p:ext uri="{BB962C8B-B14F-4D97-AF65-F5344CB8AC3E}">
        <p14:creationId xmlns:p14="http://schemas.microsoft.com/office/powerpoint/2010/main" val="165137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287D4-6F30-4274-87EB-2937BC8C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WHY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49C7D9-28A1-49D3-B0A3-21B0C91F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支付需求正在从“人点击结账”迁移到“Agent 在任务中连续付费”。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9724D-6469-401C-9225-24640359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445709-3DA4-4A2A-8946-566E2E76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B3214-432B-4745-8FAE-F9D82994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传统支付任务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9718A6-AA15-4AFF-B4DD-6149E911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0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Agent 支付任务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6ABC5-37E3-45DC-840C-12CCB709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DA7F7-5086-4D1A-B789-E7502318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76500"/>
            <a:ext cx="3429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9525">
            <a:solidFill>
              <a:srgbClr val="B7E3E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8AEF13-4C23-4DE9-9EF2-506677EF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人工发起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A3C879-2DA9-42B3-AC9F-7C424306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订单金额较高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D55E0-95E0-44DA-927D-A3ADF85A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页面跳转确认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8F9A5-17A8-47F8-A01A-4DC66B7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43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按订单对账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22A8D2-FC09-4F9C-B1FE-3BEDBB9D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失败由人处理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4153B7-3FA2-4822-8899-A10A9595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机器发起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D1341-7707-4352-B5DE-DF78B177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432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小额高频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1066D-24CB-462C-885D-3A842B1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433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API 即时确认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DB4AD-DDE5-4B88-898D-E125E1D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94335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按调用计费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77CDA-58D7-4EFB-93EE-996C2B6F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3434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失败需自动恢复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E78F0A-2C73-4745-A203-B5A31C43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766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16154-87D7-4FD7-9429-FABE27A9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2800" y="36195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5191D-7E1F-4046-81E0-AF6C2C63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支付 job-to-be-done 改变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72A686-52CC-4CC8-B486-226A910A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Agent Commerce 要求支付系统同时支持低摩擦、实时状态、细粒度计费和完整留痕。x402 只是入口，商业产品必须覆盖后续 Token 与账务闭环。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244E-4D4C-4765-900C-5C6C201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E3CCC3-B309-440D-A658-294DC61F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0C99D-F428-47EE-B736-C008862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02</a:t>
            </a:r>
          </a:p>
        </p:txBody>
      </p:sp>
    </p:spTree>
    <p:extLst>
      <p:ext uri="{BB962C8B-B14F-4D97-AF65-F5344CB8AC3E}">
        <p14:creationId xmlns:p14="http://schemas.microsoft.com/office/powerpoint/2010/main" val="20573815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CA4DD-E4C9-44B3-A0FC-2C2FBE97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STRATEGIC 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2DE6B-6E40-4138-80EC-6D6CD282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Netstars 的优势与市场需求高度匹配：支付入口、稳定币执行、Token 销售与商户账务可以被打包成同一服务。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19F743-0C71-4884-B041-4AFD8E04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AD639-1CD2-4795-9A0B-A498CE3B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3D810-D266-4487-8C9B-22AD3934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31ADF-2FC9-4E4A-91E1-B71FA62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2552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市场需求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81C2CA-3A6B-44BA-AF28-CDAD6FFF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CE6083-D8CD-4ACB-B4E3-D4DD107F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336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Netstars / Wea 现有基础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8BBEB-3964-4BE4-8738-0E0D1A8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78675-C01A-4FDF-AC55-B23C5ECB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33600"/>
            <a:ext cx="3695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商业含义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4A7890-4356-490B-9A8E-B841E4C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F149C-13B6-48B0-B97D-52E64BF6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03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高频微额支付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C902B-FDD3-4FD8-B790-059C409B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143D0-8469-44FD-A94C-36FD8BF7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0032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Web2 聚合支付经验 + x402 网关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B5945-10C7-44D4-A90E-4ADE6160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574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334DF1-7749-4135-923A-447A6AB4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0032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成为 Agent 支付入口，而非单纯收款通道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B1C52-53CB-49F1-AFAD-293EC173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EBA26-52AD-4022-8EEC-2F2601B9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813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稳定币结算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A59120-B5ED-427E-A859-19C2E158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5BBC8-4B44-4431-B012-A82E5F5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8137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Wea Japan 链上执行 + Solana / USDC PoC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296B78-C06E-4BA6-A1AC-6906DBE85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38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521013-89CA-4182-B6A3-5D4525D2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8137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把链上复杂度封装给商户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B83629-D6B9-4002-BC07-56B77087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E3918B-D03F-48B0-80E4-F99399B2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 Token 获取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E80FA0-16FB-4CB5-B6E0-0DEFD72E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B38DAA-05AF-4FD1-9C59-A2D4E273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16242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OpenAI / xAI / Google 等 Token 销售授权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3C0414-06D0-4C61-878C-B3F5193F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195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D37FAC-A37C-4C93-B27F-CD1D7759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6242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7"/>
          </a:solidFill>
          <a:ln xmlns:a="http://schemas.openxmlformats.org/drawingml/2006/main" w="0">
            <a:solidFill>
              <a:srgbClr val="F2F6F7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支付与 AI 消耗同包销售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3B825A-268B-427E-AC48-82EFB180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006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1E42C1-3236-46F9-B8F4-CF363B69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账务与可追溯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F45E11-2CAD-49BD-A8C1-5801645A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D0DFB-4461-48B6-BC0F-2E598098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4347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Token 系统承接余额、消耗、发票、结算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3032E0-6DEC-4F7B-8EB9-13988FB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19050">
            <a:solidFill>
              <a:srgbClr val="F7F3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8E8E63-2BE1-49AE-AD1A-2061BB54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943475"/>
            <a:ext cx="3733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EFB"/>
          </a:solidFill>
          <a:ln xmlns:a="http://schemas.openxmlformats.org/drawingml/2006/main" w="0">
            <a:solidFill>
              <a:srgbClr val="FFFEFB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形成持续运营数据与企业客户信任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57A94B-1068-4593-B130-B2454BDA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971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判断：这是一个“资产组合匹配市场需求”的机会，不只是单项技术领先。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2AC648-5DCC-492F-9639-F5EC5B4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477DB3-395A-48F3-8D3E-4CB24E5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3FBDB8-8459-433F-8417-9210F8C8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03</a:t>
            </a:r>
          </a:p>
        </p:txBody>
      </p:sp>
    </p:spTree>
    <p:extLst>
      <p:ext uri="{BB962C8B-B14F-4D97-AF65-F5344CB8AC3E}">
        <p14:creationId xmlns:p14="http://schemas.microsoft.com/office/powerpoint/2010/main" val="257694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6A8BD-A868-4864-8B6C-04D2F78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OFFER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7296F-E2C6-41C5-9D98-7DF803E8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1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对外销售的不是协议，而是一套“Agent Commerce Payment + AI Token Ops”服务包。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0834A-F3BA-4E79-9998-752661B1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350CE9-98B3-402A-B0F8-653C1C70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F56AA-14B2-48C1-81D4-285D78D3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6338E-A216-475C-94C4-E2979B24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002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客户接入层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CC281-C0A9-4E26-80D0-A10C8057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SDK / API / 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4C6694-086C-4B47-9A9A-7DF6082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F49D1-718E-4355-AD54-00E6AE68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383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让 Agent 和商户系统用统一接口购买、查询、消耗 Token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2BE0A-BED4-4E20-B1D7-727105BB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611B9-CF61-4E49-B595-48D67B3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813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支付网关层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5C4B05-2B81-46FC-8250-59DA1B0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x402 Gateway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0DFA6C-E799-4CC6-9E30-0D65DEBD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7655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779299-E530-4F6E-A44E-A246658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194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创建支付要求、校验证明、处理状态回调与异常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E1A0F0-673C-4EA5-A9AF-370C6FB2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B725A-6F1A-401E-A58E-FF8D51D8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623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稳定币执行层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1D311-C6B1-4C0B-9F00-36F47D90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4335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Wea / Solana / USDC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48E6B-D872-44B8-9F24-42E9146E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576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EEF02-BE68-439B-A51C-90FFB98D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0047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链上交易、确认、凭证、结算状态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DF0308-0D2C-4B0C-928D-7149CE3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95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A660D-8B03-4177-94C8-49B6FFE0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434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Token 运营层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04ABC-B465-4632-981E-1D67A50A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24400"/>
            <a:ext cx="2400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Token System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FBDFF-E809-4422-AA83-B9E82A3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B20B2-C360-4E85-9D86-70F30C90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81525"/>
            <a:ext cx="619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余额、扣减、套餐、发票、账单、告警、报表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55C662-3C9C-41B2-A633-8A155E4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48300"/>
            <a:ext cx="876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收入桥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4FE59-D43B-4B2D-8EE6-272A79C9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1D4ED8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网关服务费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655035-135F-41D4-8DFE-D813CA86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Token 销售毛利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58F9D1-E1B8-4A9B-9598-A005EC86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商户管理费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3FB64B-5C3C-4C7D-8A44-A41535A9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429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结算与对账增值服务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5AB9AA-37BE-4124-B803-99244496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188E69-9D06-4576-9F6A-6C0C68A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A162D2-E3A2-44F8-A38F-2FC24A19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04</a:t>
            </a:r>
          </a:p>
        </p:txBody>
      </p:sp>
    </p:spTree>
    <p:extLst>
      <p:ext uri="{BB962C8B-B14F-4D97-AF65-F5344CB8AC3E}">
        <p14:creationId xmlns:p14="http://schemas.microsoft.com/office/powerpoint/2010/main" val="17424343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6D7823-746D-42BE-98CD-19185B9F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DEMO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DAAF82-28AD-4F78-A063-0CA7837D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Demo 必须证明一条收入链，而不是只证明一次链上支付。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3F2C5-D35C-4E32-BCFC-66F55425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C224B-FEC2-4FBF-A947-0F6BD9FE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67C301-24CD-4E04-AD5E-4DEDACDE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695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91B5E-1365-4DFA-BC73-A64310C4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98943-92F9-407A-A8B4-0629E574B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支付触发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855AF-1377-4460-867A-AE8B59C8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Agent 余额不足，请求购买 10,000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4F287-AC78-4E93-B81D-93AB55B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90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1D852-0FB8-46B6-A36F-8DA624A4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8605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1D2DE-6166-4E6B-AFAE-83B23EB7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695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8DBB8-6601-49C5-A687-8A69B3F3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AAC81-F987-4A17-81DE-3B903C44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x402 支付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A59673-919B-4A56-95B6-C4CC35B7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Netstars 返回 402 支付要求，USDC 支付完成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ACCF91-D666-4317-B570-E3E896AC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0AC0B-6922-4737-B576-FFAF955F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9585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3C26CB-AEF8-4AB6-942D-B8D1621A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47900"/>
            <a:ext cx="1695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13BE1-2138-4D01-8350-CCA312A5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003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36E73D-7324-412E-87FB-7D3E564D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81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Token 入账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FD6052-724F-4A4B-B20A-7459B893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051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Token 账本增加余额，记录订单与交易哈希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C7AC9B-143A-4918-B983-BC5065D1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90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A26C28-923D-4677-ABD2-5AD0B31E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0565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0B7F26-5B63-4C12-9A0D-6A7E002A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1695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3174F7-A95D-4B20-99AB-BE551578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4003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59669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059669"/>
                </a:solidFill>
                <a:latin typeface="Hiragino Sans"/>
                <a:ea typeface="Hiragino Sans"/>
                <a:cs typeface="Hiragino San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FE601C-AEEA-4AD2-8991-8CA0E852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 调用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A8172B-05C2-4A87-A4BB-C9513DDA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1051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Agent 消耗 Token 调用授权模型完成业务任务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914DE1-14A3-4BEC-9DFF-06313BFC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908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47C45-4384-43A9-9D4F-52770347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15450" y="29337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F8C0F-3E07-43C8-A0E1-46E1F064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16954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96E513-3018-4892-83CB-273570BE2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00300"/>
            <a:ext cx="304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B822ED-E29A-4D3C-B3CB-36BAC292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81300"/>
            <a:ext cx="1352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账务闭环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2D0414-FDA7-4A7E-804D-3E8F8DAF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05150"/>
            <a:ext cx="13525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商户后台展示消耗、余额、发票与结算状态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0A33F8-3594-4C7F-AFF4-96E3901B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72000"/>
            <a:ext cx="990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9525">
            <a:solidFill>
              <a:srgbClr val="B7E3E7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B34BDB-4645-499A-8F4A-126093A8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9FA"/>
          </a:solidFill>
          <a:ln xmlns:a="http://schemas.openxmlformats.org/drawingml/2006/main" w="0">
            <a:solidFill>
              <a:srgbClr val="EFF9F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结尾画面必须同时出现：支付成功、Token 增加、AI 任务完成、账务可查询。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C205C9-A802-44EA-ADB3-AB3381D4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B8AE1B-2DDC-46B8-9032-C4E5429C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54368-AB2B-408F-80CB-EE8137EF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05</a:t>
            </a:r>
          </a:p>
        </p:txBody>
      </p:sp>
    </p:spTree>
    <p:extLst>
      <p:ext uri="{BB962C8B-B14F-4D97-AF65-F5344CB8AC3E}">
        <p14:creationId xmlns:p14="http://schemas.microsoft.com/office/powerpoint/2010/main" val="61987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11B0B-FB69-48CA-B0EA-D3F57364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OPERATING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AAD73B-AB79-47D4-AC49-B717F09C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客户只面对 Netstars；链上执行和 AI Token 供给在后台协作完成。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534BD-E377-4F59-90D6-FB6CCCC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3FEBD-375F-419C-8D1A-2DB08E04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C318B-E794-402E-B57B-3A894216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2A321E-C211-4591-BFC4-B911E8D5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47900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49242-2EA1-4DE9-BD72-769182E6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商户 /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DC3DA-6FB2-47A6-9A77-AEAD7FE5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05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发起购买、调用模型、查询余额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3C825-FEB5-42A2-9B1F-493DC521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54B35-9A01-43E9-9681-1B11DDD2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3375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D771A-43E1-4FCD-BEF6-0B5653BA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EF75C-2EB2-4343-BE52-E061DED1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47900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997A64-F0F9-4B5B-A178-0023C7F1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Netstars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15B4C-FCE5-4B79-945C-3592CEB1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统一签约、SDK/API/MCP、x402 网关、Token 账本、账务后台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774B6B-CBC7-41ED-A7D1-2F23C51E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05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9BD2D-92FA-4DA7-9259-3A9FFCB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11505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5BF218-FF03-46B2-A8AE-FDC42937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C1D264-61F3-454A-8A69-CADE948B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47900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D5B3D9-8621-43C3-A92B-99250589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908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Wea Japan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DF9785-4DA4-4131-9496-AB7AEF78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05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Solana / USDC 执行、交易确认、链上凭证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4C62A9-780A-4A48-8078-25CC8A2C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B3701-4243-46F9-AAC5-FBCAC04E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96350" y="30480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989654-9A02-4495-B730-F58597EC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2247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44A803-175F-4A33-A3DE-DE9E9B27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47900"/>
            <a:ext cx="2247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F3B81D-324E-4153-BC17-70800570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90800"/>
            <a:ext cx="1847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AI Providers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D28DE-7D57-44A2-B913-DA186CF2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授权模型 Token 供给与调用服务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E1E3C4-F21E-4DF6-8AC6-CE0C5F13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986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经营原则：客户侧不学习链、不处理私钥、不拼接多个后台；Netstars 负责把复杂协作包装成可购买的产品体验。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0E4415-ED34-43BD-B15F-8B085814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14FFD9-B0C2-48B7-9209-F11360AB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768B6-DB76-4B5A-944A-017E302E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06</a:t>
            </a:r>
          </a:p>
        </p:txBody>
      </p:sp>
    </p:spTree>
    <p:extLst>
      <p:ext uri="{BB962C8B-B14F-4D97-AF65-F5344CB8AC3E}">
        <p14:creationId xmlns:p14="http://schemas.microsoft.com/office/powerpoint/2010/main" val="2607597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97AB1C-4423-4E99-9C70-911DF09E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COMMERCIAL CENTER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10A422-7214-491E-835B-E97787BC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Token 系统是商业化中心，因为它把一次支付变成持续用量、账单与客户运营。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56244-9FA7-4F84-913E-9E76517E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D2AAB-E59C-4AB7-8925-AC6F6608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EAE5FD-80BE-4D2F-86AD-65867ECF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764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1D4ED8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购买套餐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CAC55-668D-4361-ACD1-904561DD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17" y="27908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余额入账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D9527-AD45-4BAF-89C3-30FCF0CE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17" y="42195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Agent 调用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1869A-E8CF-4558-AE4E-A6E385E3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33950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实时扣减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18C79-0256-4F95-AF7C-1D1500E1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83" y="421957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1D4ED8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账单/发票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8C793-61AB-414B-AB55-90C410C2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3383" y="2790825"/>
            <a:ext cx="1219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续费提醒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46788-C60C-4B10-A014-F4B50FF6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028950"/>
            <a:ext cx="23241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03FEE-D6B0-4674-BD23-3A22E99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Token Ledger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A32FA-0882-44B1-A688-04FAE893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975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余额 / 消耗 / 发票 / 结算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734667-B645-437E-9F14-F2A58F41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66950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838D9-B6F6-4C15-8C86-A81593BA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907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客户价值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6BA95A-7740-4694-9C26-4327AF6E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670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可控预算、可查余额、可追溯用量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989C56-D49F-4ACE-ADFA-18DCBB09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33750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668C59-6518-4CAF-9E46-761E488B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575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Netstars 价值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527AC-B73A-4E94-AF67-A9A7F497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338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持续交易、Token 毛利、账务数据、增值服务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0C920-750F-4507-8BA3-CF7FA15D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71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990B5-2179-46BD-8223-3E623B11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524375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59669"/>
                </a:solidFill>
                <a:latin typeface="Hiragino Sans"/>
                <a:ea typeface="Hiragino Sans"/>
                <a:cs typeface="Hiragino Sans"/>
              </a:defRPr>
            </a:pPr>
            <a:r>
              <a:rPr sz="1200" b="1">
                <a:solidFill>
                  <a:srgbClr val="059669"/>
                </a:solidFill>
                <a:latin typeface="Hiragino Sans"/>
                <a:ea typeface="Hiragino Sans"/>
                <a:cs typeface="Hiragino Sans"/>
              </a:rPr>
              <a:t>生态价值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85F245-24D5-4EDE-9A3D-526E4153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00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模型、Agent、商户与稳定币结算被同一账本连接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37AF6B-7ADD-4E82-8050-1AE6557B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850E33-C7E5-498C-9D13-98626C2D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F9B299-3F6E-4B37-8168-07026543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07</a:t>
            </a:r>
          </a:p>
        </p:txBody>
      </p:sp>
    </p:spTree>
    <p:extLst>
      <p:ext uri="{BB962C8B-B14F-4D97-AF65-F5344CB8AC3E}">
        <p14:creationId xmlns:p14="http://schemas.microsoft.com/office/powerpoint/2010/main" val="15726166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4F561-9880-40B0-B792-F1F7A5FC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TRUST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FD7F6-6D67-486B-A531-9C28D5E1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企业客户购买的不是“自动支付”，而是可控、可审计、可恢复的自动支付。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5702B-923E-4EFE-A2B3-F2522CEF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BAA273-6E30-4F68-8E27-8FB557D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4C1A8-B38E-4C63-AF16-84C3215C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9525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AF245-E546-4094-9455-34533D53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客户侧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829D5-8710-49E5-91FD-26FA421E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57E048-BA4B-4A86-95F0-E9880D45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860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SDK 签名、密钥轮换、Agent 权限、nonce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DFA99-C192-4E3E-99C8-56107765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0891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66F0D-430E-48C0-BEC9-FB1A3CF1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网关侧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FA408-BE1A-4055-97FE-BADB8898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3EE94C-6ED0-4E19-8D69-8C50B168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009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订单幂等、支付要求有效期、Webhook 认证、风控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7B8CB-1246-42CE-9DBE-C2EACFA5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9525">
            <a:solidFill>
              <a:srgbClr val="05966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B43E1-5DCA-408E-8AF2-B88BF788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链上侧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3B518-E070-4213-9D84-44E27501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004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ACEB48-428F-4B8F-A3F9-485CDD39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338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USDC 交易哈希、确认状态、失败回滚、结算凭证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D28E8-90CB-4506-8B6C-720A93F9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809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503A2-8801-411C-97B4-D70F888F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57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账本侧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6F8E2A-41D1-4E87-807A-1DB8B204E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24350"/>
            <a:ext cx="7429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B6B55-78EB-4B70-A317-540639056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余额流水、消耗明细、发票状态、审计报表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3111A0-B991-4813-9ECF-E9899CF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1C27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D5F142-33C2-4743-BE47-E3865C70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67350"/>
            <a:ext cx="914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0">
            <a:solidFill>
              <a:srgbClr val="FFF7ED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Demo 建议展示一次失败或过期支付处理，证明系统不是只会展示“成功”。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32D594-842F-4F45-BCE1-4140B0BB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0BAC3-52F2-487A-AA23-1F07D7AD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7858F3-3C4A-473C-AD53-510CCC0A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08</a:t>
            </a:r>
          </a:p>
        </p:txBody>
      </p:sp>
    </p:spTree>
    <p:extLst>
      <p:ext uri="{BB962C8B-B14F-4D97-AF65-F5344CB8AC3E}">
        <p14:creationId xmlns:p14="http://schemas.microsoft.com/office/powerpoint/2010/main" val="9581989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BAC363-C41A-4CDB-BC53-B6A957C9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GTM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14DED-584E-4F0D-ADE2-C7C50E9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市场开拓应从“Token 消耗明确、跨语言/跨门店/跨系统任务频繁”的场景切入。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C2AA0-F952-4187-8710-466B6C67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E2821-8A4A-4B37-BB73-73091D7D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20B01-4291-437E-AA92-25AF75E6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A70497-6635-4614-8B33-9EBA403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机场 / 旅游零售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15AF0E-465E-4FBA-8F5B-62AF86AD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多语言内容、库存建议、门店日报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69C18-B1D4-4A0A-A3B1-49A0E79D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与稳定币 PoC 故事自然衔接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08320-BE8B-4DA5-8661-F5C7CAA7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2818B8-DB21-4925-BC10-C4D89A3A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241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跨境电商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9C34F-F1CA-4560-ACED-42159CF5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81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商品上架、客服、广告素材、价格监控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8B36F-609A-4539-8985-9426BAEE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76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5966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9669"/>
                </a:solidFill>
                <a:latin typeface="Hiragino Sans"/>
                <a:ea typeface="Hiragino Sans"/>
                <a:cs typeface="Hiragino Sans"/>
              </a:rPr>
              <a:t>Agent 高频调用与账务透明需求强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5290D-29D3-4E44-A231-6C61D257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95500"/>
            <a:ext cx="31051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EC4F4-1289-4CD1-8975-8C9B1C6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5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SaaS / ISV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FD3001-E677-4FB0-A5C9-DCC31DCC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把 AI Token 作为嵌入式能力销售给其商户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ACBA0-7C26-48CB-A6B5-5072FFA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571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可通过 API / MCP 放大渠道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84F61-BCFD-4F4B-A3A0-8A53A099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38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1D4ED8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D4ED8"/>
                </a:solidFill>
              </a:defRPr>
            </a:pPr>
            <a:r>
              <a:rPr sz="900" b="1">
                <a:solidFill>
                  <a:srgbClr val="1D4ED8"/>
                </a:solidFill>
              </a:rPr>
              <a:t>Demo 样板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51759D-371B-4DBB-AAF1-A2CF14F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72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02002-7757-4E36-ACA3-D796FD3B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95600" y="4914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599509-1B10-4D4E-9CD8-F882C8B0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838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891B2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设计伙伴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73302-27F6-4ADA-86C1-4CC2CB44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72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8D8C3E-0F4A-408A-90DB-FDCF046D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95850" y="4914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3C4D76-E52A-42CE-9957-76CD6C55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38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059669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试点商户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4725CE-96ED-4320-B4EE-EA4A1DD0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72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EAEC1-5BDA-4067-973D-4CFE7D97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6100" y="4914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A2419-6FB3-4315-A43A-A6709D46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38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D97706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标准套餐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9F664E-D2BA-4466-977C-B5855DEB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7205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2F0B15-AC28-4D4E-8657-E4C5C38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896350" y="49149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8F9A63-F29F-4455-827C-5E600E21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38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8"/>
          </a:solidFill>
          <a:ln xmlns:a="http://schemas.openxmlformats.org/drawingml/2006/main" w="9525">
            <a:solidFill>
              <a:srgbClr val="111827"/>
            </a:solidFill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11827"/>
                </a:solidFill>
              </a:defRPr>
            </a:pPr>
            <a:r>
              <a:rPr sz="900" b="1">
                <a:solidFill>
                  <a:srgbClr val="111827"/>
                </a:solidFill>
              </a:rPr>
              <a:t>渠道复制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FB5EB7-A965-4E77-BE72-632681E7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499DA3-EEDF-42AA-B544-731894A3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CC0A1F-D6AB-40AD-9B91-A770AE19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09</a:t>
            </a:r>
          </a:p>
        </p:txBody>
      </p:sp>
    </p:spTree>
    <p:extLst>
      <p:ext uri="{BB962C8B-B14F-4D97-AF65-F5344CB8AC3E}">
        <p14:creationId xmlns:p14="http://schemas.microsoft.com/office/powerpoint/2010/main" val="1493756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2C0500-28BD-4DD0-B876-48A5235C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ECOSYSTEM EXPANSION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D2F74-3BD1-426C-8E44-BAF570B9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生态扩张的关键，是让各方都通过 Netstars 获得更低接入成本和更清楚的收益分配。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ABBAC-A0BB-426E-83E8-96BABF77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79AD0-9430-477F-A27C-57FA0FAC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47B16-96FD-413F-9A76-177F55EE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289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0E172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E2778-39F3-4887-80EF-13FF8087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76600"/>
            <a:ext cx="2552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8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Netstars Agent Commerce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49AF4-0829-4FC0-95E9-CD2D0C2F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91B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3E47C7-2719-45F4-8ED6-26F7AF23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24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AI 模型提供方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573F3-E982-4290-BFC1-AFE6BA9D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Token 销售与用量分发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B29ED7-8870-48C4-8543-4BA7A41E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4ED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7901DC-4745-44FF-AE14-2FF0A811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241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Agent 平台 / MCP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92D41-B386-48C4-B714-69CB80A0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工具化支付与余额查询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30D5A7-9B51-4828-B8F2-3B3677C3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9AF3D-D12C-46F2-9CF3-359539D5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9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商户 / ISV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187B0-C0E9-49CC-B3EC-257EE67AD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低门槛接入与统一账务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4E6C5-BE1C-4012-8ABA-F73647DC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862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9669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2510A7-93EC-4E8F-B868-9BB7EB410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059669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059669"/>
                </a:solidFill>
                <a:latin typeface="Hiragino Sans"/>
                <a:ea typeface="Hiragino Sans"/>
                <a:cs typeface="Hiragino Sans"/>
              </a:rPr>
              <a:t>Wea / 链上伙伴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067136-2449-433D-AA97-A8D42B2F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6672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稳定币执行与结算网络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72DFE-1E6B-49B1-B260-044C5103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972050"/>
            <a:ext cx="3143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C26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3A21F-0A4F-47D4-A806-4E84BB66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1054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DC2626"/>
                </a:solidFill>
                <a:latin typeface="Hiragino Sans"/>
                <a:ea typeface="Hiragino Sans"/>
                <a:cs typeface="Hiragino Sans"/>
              </a:defRPr>
            </a:pPr>
            <a:r>
              <a:rPr sz="1275" b="1">
                <a:solidFill>
                  <a:srgbClr val="DC2626"/>
                </a:solidFill>
                <a:latin typeface="Hiragino Sans"/>
                <a:ea typeface="Hiragino Sans"/>
                <a:cs typeface="Hiragino Sans"/>
              </a:rPr>
              <a:t>金融 / 合规伙伴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D0EEF-2147-4A58-B667-41FF908C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530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风控、审计、企业结算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A419E0-4156-438A-BAE6-3F71AB79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791200"/>
            <a:ext cx="902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3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从单一 Demo 扩展到多模型、多商户、多资产、多链，但前提是统一商户账户、统一账本与统一结算口径。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282EE4-4A72-4714-B759-F028F526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87112-F952-46F2-B0C2-7AFFE103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3C812-3ED4-4C35-8A10-C6107827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10</a:t>
            </a:r>
          </a:p>
        </p:txBody>
      </p:sp>
    </p:spTree>
    <p:extLst>
      <p:ext uri="{BB962C8B-B14F-4D97-AF65-F5344CB8AC3E}">
        <p14:creationId xmlns:p14="http://schemas.microsoft.com/office/powerpoint/2010/main" val="1784548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68A1B1-B423-4BF7-8D47-10A21297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9BA54-BD38-4164-A886-6CEE2EFC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产品路线要先证明商业闭环，再扩大技术边界。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D7121-90F9-43F2-A4E9-6BEF64A9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093A6-C29F-4062-8CA6-51067243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77B85-4521-430E-B540-303EA45A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solidFill>
              <a:srgbClr val="1D4ED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95D89-589A-4EDF-876E-E82205A4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99DD-7DC4-4048-A0AF-F38E0A63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1D4ED8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1D4ED8"/>
                </a:solidFill>
                <a:latin typeface="Hiragino Sans"/>
                <a:ea typeface="Hiragino Sans"/>
                <a:cs typeface="Hiragino Sans"/>
              </a:rPr>
              <a:t>0-1 个月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FDFE5C-33C1-4335-9554-E9B295AC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样板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5F0D2-C35D-48FD-928C-E8618473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完成机场零售 Agent 故事；展示支付、Token、AI 调用、账务闭环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E6AEDB-12AD-4F1B-8520-EF7832C9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57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31EFFC-64EF-4E11-B59F-C5F91626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431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72882-75EF-45F8-92C5-1816DEF8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891B2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891B2"/>
                </a:solidFill>
                <a:latin typeface="Hiragino Sans"/>
                <a:ea typeface="Hiragino Sans"/>
                <a:cs typeface="Hiragino Sans"/>
              </a:rPr>
              <a:t>1-3 个月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5605DF-2806-4260-93B3-D18269CA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试点硬化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709CC-6A7E-4187-A871-43D2E0A2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SDK/API/MCP、异常处理、审计日志、Token 套餐与后台原型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68390-4CB3-486D-98FD-9FACBE41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57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0E39B-7867-4548-8F06-8A9E43CA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D01E83-9D1D-4EC0-B336-6D3A6A01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059669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059669"/>
                </a:solidFill>
                <a:latin typeface="Hiragino Sans"/>
                <a:ea typeface="Hiragino Sans"/>
                <a:cs typeface="Hiragino Sans"/>
              </a:rPr>
              <a:t>3-6 个月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324A0-5036-495F-B3E7-10ACC169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商业化包装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23E94-BC45-42D3-BF14-766B7E18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商户合同、价格包、结算说明、运营报表、渠道材料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3B63F5-A10D-4C79-80B0-CFA327F9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5755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ABBB80-90EB-43A3-B663-32268E39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43150"/>
            <a:ext cx="21907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FFCFB7-9BC4-4813-A542-C15E10A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908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D97706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 b="1">
                <a:solidFill>
                  <a:srgbClr val="D97706"/>
                </a:solidFill>
                <a:latin typeface="Hiragino Sans"/>
                <a:ea typeface="Hiragino Sans"/>
                <a:cs typeface="Hiragino Sans"/>
              </a:rPr>
              <a:t>6 个月+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00F52-634F-4B7D-AF13-35AEA782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11827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111827"/>
                </a:solidFill>
                <a:latin typeface="Hiragino Sans"/>
                <a:ea typeface="Hiragino Sans"/>
                <a:cs typeface="Hiragino Sans"/>
              </a:rPr>
              <a:t>平台扩展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A2896-1403-4BFF-9F12-45A25CB6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524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10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多模型、多商户、多资产、多链；x402 能力并入 Token 系统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E3D02D-1133-4B4C-AF40-65C028EF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4"/>
          </a:solidFill>
          <a:ln xmlns:a="http://schemas.openxmlformats.org/drawingml/2006/main" w="0">
            <a:solidFill>
              <a:srgbClr val="D8D2C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98005A-DB09-4AE1-AD0D-EBD1FFF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97425A-5E1F-4A9C-A2D1-D027F48C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F7F3EA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5B6472"/>
                </a:solidFill>
                <a:latin typeface="Hiragino Sans"/>
                <a:ea typeface="Hiragino Sans"/>
                <a:cs typeface="Hiragino Sans"/>
              </a:rPr>
              <a:t>X402 Token Market  |  11</a:t>
            </a:r>
          </a:p>
        </p:txBody>
      </p:sp>
    </p:spTree>
    <p:extLst>
      <p:ext uri="{BB962C8B-B14F-4D97-AF65-F5344CB8AC3E}">
        <p14:creationId xmlns:p14="http://schemas.microsoft.com/office/powerpoint/2010/main" val="410328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17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5A2838-D749-4733-8BAD-D4EA648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92DCE5"/>
                </a:solidFill>
                <a:latin typeface="Hiragino Sans"/>
                <a:ea typeface="Hiragino Sans"/>
                <a:cs typeface="Hiragino Sans"/>
              </a:defRPr>
            </a:pPr>
            <a:r>
              <a:rPr sz="900" b="1">
                <a:solidFill>
                  <a:srgbClr val="92DCE5"/>
                </a:solidFill>
                <a:latin typeface="Hiragino Sans"/>
                <a:ea typeface="Hiragino Sans"/>
                <a:cs typeface="Hiragino Sans"/>
              </a:rPr>
              <a:t>MANAGEMENT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C16C1-1CB5-4B40-B45F-0C53BF18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2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建议把该项目定位为 Agent Commerce 支付样板，并批准三项经营动作。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6042F-6B90-4A26-BFF9-3BC9E7B1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74D"/>
          </a:solidFill>
          <a:ln xmlns:a="http://schemas.openxmlformats.org/drawingml/2006/main" w="0">
            <a:solidFill>
              <a:srgbClr val="2C374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219A9-B855-4BE7-B1BE-C039B488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61950"/>
            <a:ext cx="438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AAB5C8"/>
                </a:solidFill>
                <a:latin typeface="Hiragino Sans"/>
                <a:ea typeface="Hiragino Sans"/>
                <a:cs typeface="Hiragino Sans"/>
              </a:defRPr>
            </a:pPr>
            <a:r>
              <a:rPr sz="900">
                <a:solidFill>
                  <a:srgbClr val="AAB5C8"/>
                </a:solidFill>
                <a:latin typeface="Hiragino Sans"/>
                <a:ea typeface="Hiragino Sans"/>
                <a:cs typeface="Hiragino San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AD6243-90D9-4513-A2AD-42BB3B34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315B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D4066-05F6-46B6-9223-7AA9F481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098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93C5F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93C5FD"/>
                </a:solidFill>
                <a:latin typeface="Hiragino Sans"/>
                <a:ea typeface="Hiragino Sans"/>
                <a:cs typeface="Hiragino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A7F9F6-FEFB-4471-93BA-BD408FD9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667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锁定 Demo 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BC877F-8E8E-4515-8E15-937A0478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用一个经营者能理解的场景讲清楚收入链：支付、Token、调用、账务。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D647E8-3C11-4D76-993E-FEED53D4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81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0891B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8188D-A023-436E-97A8-76E01F0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098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67E8F9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67E8F9"/>
                </a:solidFill>
                <a:latin typeface="Hiragino Sans"/>
                <a:ea typeface="Hiragino Sans"/>
                <a:cs typeface="Hiragino San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90BED-ED6E-4D6F-9F13-E4AFF90E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67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确认协作边界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0F123-2589-4E9A-AA61-A60B3E5E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Netstars 面向客户统一承接；Wea Japan 执行链上支付；Token 系统沉淀账务。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CBA640-E8F0-4451-BFF0-F3ACFA79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048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53B2F-EE1E-4AFA-9A90-941A721F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09850"/>
            <a:ext cx="361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FCD34D"/>
                </a:solidFill>
                <a:latin typeface="Hiragino Sans"/>
                <a:ea typeface="Hiragino Sans"/>
                <a:cs typeface="Hiragino Sans"/>
              </a:defRPr>
            </a:pPr>
            <a:r>
              <a:rPr sz="2250" b="1">
                <a:solidFill>
                  <a:srgbClr val="FCD34D"/>
                </a:solidFill>
                <a:latin typeface="Hiragino Sans"/>
                <a:ea typeface="Hiragino Sans"/>
                <a:cs typeface="Hiragino San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09675F-044E-4817-A511-DE14B7B1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670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575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启动试点包装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215EA-7429-4363-9CD7-0867587C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38500"/>
            <a:ext cx="25527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defRPr>
            </a:pPr>
            <a:r>
              <a:rPr sz="1125">
                <a:solidFill>
                  <a:srgbClr val="CBD5E1"/>
                </a:solidFill>
                <a:latin typeface="Hiragino Sans"/>
                <a:ea typeface="Hiragino Sans"/>
                <a:cs typeface="Hiragino Sans"/>
              </a:rPr>
              <a:t>形成服务包、接口说明、后台原型、结算说明和首批设计伙伴清单。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789B86-9E31-47B3-AEBE-30E525CA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982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FFFFFF"/>
                </a:solidFill>
                <a:latin typeface="Hiragino Sans"/>
                <a:ea typeface="Hiragino Sans"/>
                <a:cs typeface="Hiragino Sans"/>
              </a:defRPr>
            </a:pPr>
            <a:r>
              <a:rPr sz="165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下一步输出物：可演示系统、商户接入说明、支付与 Token 流程图、试点报价框架、经营后台原型。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99CFDE-749D-4146-8463-D9B7AD74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74D"/>
          </a:solidFill>
          <a:ln xmlns:a="http://schemas.openxmlformats.org/drawingml/2006/main" w="0">
            <a:solidFill>
              <a:srgbClr val="2C374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44DDC1-15C2-40E5-9C60-B7F23053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198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rPr>
              <a:t>Source: proposal.md, codex reference deck, claude reference deck | Internal discussion draft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E9AB89-47B4-44B9-BCA7-E96F0BEE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9850"/>
            <a:ext cx="2247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  <a:ln xmlns:a="http://schemas.openxmlformats.org/drawingml/2006/main" w="0">
            <a:solidFill>
              <a:srgbClr val="0E1726"/>
            </a:solidFill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defRPr>
            </a:pPr>
            <a:r>
              <a:rPr sz="750">
                <a:solidFill>
                  <a:srgbClr val="97A2B7"/>
                </a:solidFill>
                <a:latin typeface="Hiragino Sans"/>
                <a:ea typeface="Hiragino Sans"/>
                <a:cs typeface="Hiragino Sans"/>
              </a:rPr>
              <a:t>X402 Token Market  |  12</a:t>
            </a:r>
          </a:p>
        </p:txBody>
      </p:sp>
    </p:spTree>
    <p:extLst>
      <p:ext uri="{BB962C8B-B14F-4D97-AF65-F5344CB8AC3E}">
        <p14:creationId xmlns:p14="http://schemas.microsoft.com/office/powerpoint/2010/main" val="414711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2026-05-26T00:38:48.8760000Z</dcterms:created>
  <dcterms:modified xsi:type="dcterms:W3CDTF">2026-05-26T00:38:48.8760000Z</dcterms:modified>
</coreProperties>
</file>