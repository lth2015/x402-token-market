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21cc42466f4ea5" /><Relationship Type="http://schemas.openxmlformats.org/officeDocument/2006/relationships/extended-properties" Target="/docProps/app.xml" Id="R3047b305af4f4396" /><Relationship Type="http://schemas.openxmlformats.org/officeDocument/2006/relationships/officeDocument" Target="/ppt/presentation.xml" Id="R8e9a8e7d781e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cce250f314bdd"/>
  </p:sldMasterIdLst>
  <p:notesMasterIdLst>
    <p:notesMasterId xmlns:r="http://schemas.openxmlformats.org/officeDocument/2006/relationships" r:id="Rd2e776a91e17431c"/>
  </p:notesMasterIdLst>
  <p:sldIdLst>
    <p:sldId xmlns:r="http://schemas.openxmlformats.org/officeDocument/2006/relationships" id="256" r:id="R5bb95bc9392c44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cce250f314bdd" /><Relationship Type="http://schemas.openxmlformats.org/officeDocument/2006/relationships/theme" Target="/ppt/theme/theme1.xml" Id="R0b837779c1e54332" /><Relationship Type="http://schemas.openxmlformats.org/officeDocument/2006/relationships/notesMaster" Target="/ppt/notesMasters/notesMaster1.xml" Id="Rd2e776a91e17431c" /><Relationship Type="http://schemas.openxmlformats.org/officeDocument/2006/relationships/presProps" Target="/ppt/presProps.xml" Id="Rf070d120149c49de" /><Relationship Type="http://schemas.openxmlformats.org/officeDocument/2006/relationships/viewProps" Target="/ppt/viewProps.xml" Id="R8bad663411c94c07" /><Relationship Type="http://schemas.openxmlformats.org/officeDocument/2006/relationships/tableStyles" Target="/ppt/tableStyles.xml" Id="R1d598f7bb4614b0c" /><Relationship Type="http://schemas.openxmlformats.org/officeDocument/2006/relationships/slide" Target="/ppt/slides/slide1.xml" Id="R5bb95bc9392c44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0f31c4a0a2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b972fb9f940a8" /><Relationship Type="http://schemas.openxmlformats.org/officeDocument/2006/relationships/notesMaster" Target="/ppt/notesMasters/notesMaster1.xml" Id="Reaa424f285c7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0ededf5c4465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46d6e06e80440d" /><Relationship Type="http://schemas.openxmlformats.org/officeDocument/2006/relationships/slideLayout" Target="/ppt/slideLayouts/slideLayout2.xml" Id="R0e4764bd0c6142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764bd0c6142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1434c2b034d1c" /><Relationship Type="http://schemas.openxmlformats.org/officeDocument/2006/relationships/notesSlide" Target="/ppt/notesSlides/notesSlide1.xml" Id="R9f692625cc2a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EDDDD-0257-4C92-B90A-DB1AAF9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 w="19050">
            <a:solidFill>
              <a:srgbClr val="38BDF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150">
                <a:solidFill>
                  <a:srgbClr val="FFFFFF"/>
                </a:solidFill>
              </a:rPr>
              <a:t>Hello 商业逻辑</a:t>
            </a:r>
          </a:p>
        </p:txBody>
      </p:sp>
    </p:spTree>
    <p:extLst>
      <p:ext uri="{BB962C8B-B14F-4D97-AF65-F5344CB8AC3E}">
        <p14:creationId xmlns:p14="http://schemas.microsoft.com/office/powerpoint/2010/main" val="39269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2026-05-26T00:21:50.1710000Z</dcterms:created>
  <dcterms:modified xsi:type="dcterms:W3CDTF">2026-05-26T00:21:50.1710000Z</dcterms:modified>
</coreProperties>
</file>